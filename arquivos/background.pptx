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727" autoAdjust="0"/>
    <p:restoredTop sz="94794" autoAdjust="0"/>
  </p:normalViewPr>
  <p:slideViewPr>
    <p:cSldViewPr snapToGrid="0">
      <p:cViewPr>
        <p:scale>
          <a:sx n="66" d="100"/>
          <a:sy n="66" d="100"/>
        </p:scale>
        <p:origin x="2904" y="8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45DB09-128A-4EBC-824B-85D2CAEDD4E1}" type="datetimeFigureOut">
              <a:rPr lang="pt-BR" smtClean="0"/>
              <a:t>24/12/2025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7C8FCC-77C2-4625-B85F-1B8B5D735D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2135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7C8FCC-77C2-4625-B85F-1B8B5D735DDC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2529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6E2D86-AEE4-4782-423C-457A06EF59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FDEFC8A-7728-2732-CF4C-9129C2EB25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DCC4B71-992B-51E3-03D5-C18B210BD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BD633-5CB0-4121-B187-A1F8AB378FB2}" type="datetimeFigureOut">
              <a:rPr lang="pt-BR" smtClean="0"/>
              <a:t>24/12/2025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0C76DB-6163-CD12-4B99-F81E7A438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5AA380F-E26C-0CFD-508A-53EFAF75F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C8F16-10FC-48CF-8D34-62144028D5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4893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97700C-7A50-95BD-E1DF-1C1BC5A7E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3A6A99-15F2-1039-A14F-38B3535BC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7FCFDB9-F7D5-857F-FBD7-2FC89AE43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BD633-5CB0-4121-B187-A1F8AB378FB2}" type="datetimeFigureOut">
              <a:rPr lang="pt-BR" smtClean="0"/>
              <a:t>24/12/2025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9FFE178-1A9F-B56E-0224-3037F7E02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ABE1446-F351-84B5-9D47-218914AB6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C8F16-10FC-48CF-8D34-62144028D5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4081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6C4D5D-0BD3-A847-1362-88A690E26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C35865B-7055-A1B6-B3DB-B475CB0FA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3DF5A59-CAFC-B306-94D6-DF6B008D7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BD633-5CB0-4121-B187-A1F8AB378FB2}" type="datetimeFigureOut">
              <a:rPr lang="pt-BR" smtClean="0"/>
              <a:t>24/12/2025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68F29BC-06B8-D177-AFE3-F37490B4F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EC3871-9230-9540-F917-907176138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C8F16-10FC-48CF-8D34-62144028D5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6922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7A3FCB-B02E-B7B3-6A0F-B9CC57004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5BB8B78-837E-49E3-D05C-D6FC6DF027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88B7590-B0A7-5DA3-A29E-D3B43F5083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42D4DD1-E47D-5574-7F4A-120D073AA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BD633-5CB0-4121-B187-A1F8AB378FB2}" type="datetimeFigureOut">
              <a:rPr lang="pt-BR" smtClean="0"/>
              <a:t>24/12/2025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43C664E-5AF1-6C3C-0E3E-74324685C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7DE6815-BBC7-DC5D-11CA-E883F961F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C8F16-10FC-48CF-8D34-62144028D5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7055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F526C9-DB59-FAB0-0767-D9068EC8B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22B46C1-4D1B-BC81-6CC3-A57F2A37F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0FB4300-8B3B-5309-6199-FD05352DAC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3EE79BB-6550-7030-DB43-D8D8476061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46FC8A9-7C7D-43E7-FA1F-1EFA9678B1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4674F48-E34A-F33D-76B4-FA78F319E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BD633-5CB0-4121-B187-A1F8AB378FB2}" type="datetimeFigureOut">
              <a:rPr lang="pt-BR" smtClean="0"/>
              <a:t>24/12/2025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7D62A8D-D059-845B-1615-8448AB8B4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0F60D2E-F0E3-3075-E078-F24711143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C8F16-10FC-48CF-8D34-62144028D5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4888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2A2AA5-188C-8E67-3F4F-5BE3FC401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487630F-781C-0ED4-D3D0-D9848D4AE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BD633-5CB0-4121-B187-A1F8AB378FB2}" type="datetimeFigureOut">
              <a:rPr lang="pt-BR" smtClean="0"/>
              <a:t>24/12/2025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9A8244D-0D4A-C4EF-A464-91C3B0B23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4B4BE92-ADF7-FC62-ED37-D486BC87B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C8F16-10FC-48CF-8D34-62144028D5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8352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DC3B15F-811C-5603-7EB9-1C9F2F908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BD633-5CB0-4121-B187-A1F8AB378FB2}" type="datetimeFigureOut">
              <a:rPr lang="pt-BR" smtClean="0"/>
              <a:t>24/12/2025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AFF648A-95F3-31EC-DB3A-02E8B465E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7B7ABF0-6DFB-3A3B-1986-B988B3E9B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C8F16-10FC-48CF-8D34-62144028D5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1172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26C92D-966E-1011-9880-89967B97B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65E7B5-59C5-8D37-53E3-9F27CF8A7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C05DCA8-0247-898C-EDB6-15C0E508B9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2049DB6-9210-5105-4D3D-4A0F9918F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BD633-5CB0-4121-B187-A1F8AB378FB2}" type="datetimeFigureOut">
              <a:rPr lang="pt-BR" smtClean="0"/>
              <a:t>24/12/2025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8699B46-DF74-289F-13FC-51014AFE0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F6D91C6-AF2F-6205-7B6C-1EC5D73FE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C8F16-10FC-48CF-8D34-62144028D5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5402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ACF059-8DA7-79C6-C2E4-5F2B2351C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459BBB2-020E-A96B-E54F-8A70536C4B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0959D09-3DAE-DABC-0AFE-CE3F74D19D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739D679-1E69-61CC-7465-648A0D9CC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BD633-5CB0-4121-B187-A1F8AB378FB2}" type="datetimeFigureOut">
              <a:rPr lang="pt-BR" smtClean="0"/>
              <a:t>24/12/2025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DED32AF-A76B-7F5B-7028-B866EC96E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CA0A72B-EF65-47DE-3024-25A7E4E64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C8F16-10FC-48CF-8D34-62144028D5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8753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99F03A-1519-F471-514C-3D8E275B9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90D2555-2C98-FB8D-E6BB-8A60F66D0E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852F89E-2953-932C-B14F-36AA4F183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BD633-5CB0-4121-B187-A1F8AB378FB2}" type="datetimeFigureOut">
              <a:rPr lang="pt-BR" smtClean="0"/>
              <a:t>24/12/2025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95D2E9-DA02-52EA-C234-1AF1BA016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DF23D41-29B9-856C-FDDA-26723A653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C8F16-10FC-48CF-8D34-62144028D5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0263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6326C38-56DB-9C22-0758-0A3B29A03B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A668ED7-6B71-21D3-4DD7-79CA25E514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137107-C4DF-02F1-C55D-2E61DAFA9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BD633-5CB0-4121-B187-A1F8AB378FB2}" type="datetimeFigureOut">
              <a:rPr lang="pt-BR" smtClean="0"/>
              <a:t>24/12/2025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9A0E7A-568A-4E85-84D1-9EA6DBC46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4BD2AE0-DD1B-2A73-AD96-8A4F8CB8F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C8F16-10FC-48CF-8D34-62144028D5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8964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08FA17A-6558-F694-EAA4-99F420FF8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8AF0EE2-30A6-810E-100C-08DB9EE04F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1CA259-CB43-81FA-0EAE-603810448A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3BD633-5CB0-4121-B187-A1F8AB378FB2}" type="datetimeFigureOut">
              <a:rPr lang="pt-BR" smtClean="0"/>
              <a:t>24/12/2025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3A8B5A-096A-6277-EA71-765EC33F57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6AD2C83-CE41-8412-924B-77A1014590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4C8F16-10FC-48CF-8D34-62144028D5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6523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7D9DD-1080-C531-7A3B-8BDA16CEE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BD1E30A2-529E-2EE2-B6EE-7036F1529A21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C92935BA-A33D-029C-AB25-8732DDB5167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defPPr>
                <a:defRPr lang="pt-BR"/>
              </a:defPPr>
              <a:lvl1pPr marL="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BR"/>
            </a:p>
          </p:txBody>
        </p:sp>
        <p:sp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0BC0CD3C-E387-6EBD-015A-FE8E137867C7}"/>
                </a:ext>
              </a:extLst>
            </p:cNvPr>
            <p:cNvSpPr/>
            <p:nvPr/>
          </p:nvSpPr>
          <p:spPr>
            <a:xfrm>
              <a:off x="257175" y="440626"/>
              <a:ext cx="11677650" cy="5940809"/>
            </a:xfrm>
            <a:prstGeom prst="roundRect">
              <a:avLst>
                <a:gd name="adj" fmla="val 1822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defPPr>
                <a:defRPr lang="pt-BR"/>
              </a:defPPr>
              <a:lvl1pPr marL="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BR"/>
            </a:p>
          </p:txBody>
        </p:sp>
        <p:sp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4D1FD27C-4957-11EA-C16E-2B3A90E332D2}"/>
                </a:ext>
              </a:extLst>
            </p:cNvPr>
            <p:cNvSpPr/>
            <p:nvPr/>
          </p:nvSpPr>
          <p:spPr>
            <a:xfrm>
              <a:off x="411479" y="1232212"/>
              <a:ext cx="1772753" cy="540000"/>
            </a:xfrm>
            <a:prstGeom prst="roundRect">
              <a:avLst>
                <a:gd name="adj" fmla="val 14036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defPPr>
                <a:defRPr lang="pt-BR"/>
              </a:defPPr>
              <a:lvl1pPr marL="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BR"/>
            </a:p>
          </p:txBody>
        </p:sp>
        <p:sp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93331372-A1A3-7884-F94C-2E61F7FA02DC}"/>
                </a:ext>
              </a:extLst>
            </p:cNvPr>
            <p:cNvSpPr/>
            <p:nvPr/>
          </p:nvSpPr>
          <p:spPr>
            <a:xfrm>
              <a:off x="2325746" y="1232212"/>
              <a:ext cx="1800000" cy="540000"/>
            </a:xfrm>
            <a:prstGeom prst="roundRect">
              <a:avLst>
                <a:gd name="adj" fmla="val 14036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>
              <a:outerShdw blurRad="63500" dist="38100" dir="5400000" sx="102000" sy="102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defPPr>
                <a:defRPr lang="pt-BR"/>
              </a:defPPr>
              <a:lvl1pPr marL="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BR"/>
            </a:p>
          </p:txBody>
        </p:sp>
        <p:sp>
          <p:nvSpPr>
            <p:cNvPr id="27" name="Retângulo: Cantos Arredondados 26">
              <a:extLst>
                <a:ext uri="{FF2B5EF4-FFF2-40B4-BE49-F238E27FC236}">
                  <a16:creationId xmlns:a16="http://schemas.microsoft.com/office/drawing/2014/main" id="{D5EBD4DF-0835-2C1E-BDA7-91FE732864D0}"/>
                </a:ext>
              </a:extLst>
            </p:cNvPr>
            <p:cNvSpPr/>
            <p:nvPr/>
          </p:nvSpPr>
          <p:spPr>
            <a:xfrm>
              <a:off x="4239440" y="1232212"/>
              <a:ext cx="1800000" cy="540000"/>
            </a:xfrm>
            <a:prstGeom prst="roundRect">
              <a:avLst>
                <a:gd name="adj" fmla="val 14036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>
              <a:outerShdw blurRad="63500" dist="38100" dir="5400000" sx="102000" sy="102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defPPr>
                <a:defRPr lang="pt-BR"/>
              </a:defPPr>
              <a:lvl1pPr marL="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BR"/>
            </a:p>
          </p:txBody>
        </p:sp>
        <p:sp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C6F232BA-F826-0B99-45D4-77248DEA629A}"/>
                </a:ext>
              </a:extLst>
            </p:cNvPr>
            <p:cNvSpPr/>
            <p:nvPr/>
          </p:nvSpPr>
          <p:spPr>
            <a:xfrm>
              <a:off x="6153134" y="1232212"/>
              <a:ext cx="1800000" cy="540000"/>
            </a:xfrm>
            <a:prstGeom prst="roundRect">
              <a:avLst>
                <a:gd name="adj" fmla="val 14036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>
              <a:outerShdw blurRad="63500" dist="38100" dir="5400000" sx="102000" sy="102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defPPr>
                <a:defRPr lang="pt-BR"/>
              </a:defPPr>
              <a:lvl1pPr marL="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BR"/>
            </a:p>
          </p:txBody>
        </p:sp>
        <p:sp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C4A5239F-D32B-0917-118F-0C6E3474DE1D}"/>
                </a:ext>
              </a:extLst>
            </p:cNvPr>
            <p:cNvSpPr/>
            <p:nvPr/>
          </p:nvSpPr>
          <p:spPr>
            <a:xfrm>
              <a:off x="8066827" y="1232212"/>
              <a:ext cx="1800000" cy="540000"/>
            </a:xfrm>
            <a:prstGeom prst="roundRect">
              <a:avLst>
                <a:gd name="adj" fmla="val 14036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>
              <a:outerShdw blurRad="63500" dist="38100" dir="5400000" sx="102000" sy="102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defPPr>
                <a:defRPr lang="pt-BR"/>
              </a:defPPr>
              <a:lvl1pPr marL="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BR"/>
            </a:p>
          </p:txBody>
        </p:sp>
        <p:sp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79CEDFCB-BB4A-AE62-80E5-EF7B42F10F80}"/>
                </a:ext>
              </a:extLst>
            </p:cNvPr>
            <p:cNvSpPr/>
            <p:nvPr/>
          </p:nvSpPr>
          <p:spPr>
            <a:xfrm>
              <a:off x="9980520" y="1232212"/>
              <a:ext cx="1800000" cy="540000"/>
            </a:xfrm>
            <a:prstGeom prst="roundRect">
              <a:avLst>
                <a:gd name="adj" fmla="val 14036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>
              <a:outerShdw blurRad="63500" dist="38100" dir="5400000" sx="102000" sy="102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defPPr>
                <a:defRPr lang="pt-BR"/>
              </a:defPPr>
              <a:lvl1pPr marL="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BR" dirty="0"/>
            </a:p>
          </p:txBody>
        </p:sp>
        <p:sp>
          <p:nvSpPr>
            <p:cNvPr id="31" name="Retângulo: Cantos Arredondados 30">
              <a:extLst>
                <a:ext uri="{FF2B5EF4-FFF2-40B4-BE49-F238E27FC236}">
                  <a16:creationId xmlns:a16="http://schemas.microsoft.com/office/drawing/2014/main" id="{28494088-3AB9-8848-56D3-D44A49CC37FB}"/>
                </a:ext>
              </a:extLst>
            </p:cNvPr>
            <p:cNvSpPr/>
            <p:nvPr/>
          </p:nvSpPr>
          <p:spPr>
            <a:xfrm>
              <a:off x="2320415" y="1903753"/>
              <a:ext cx="9460105" cy="1922993"/>
            </a:xfrm>
            <a:prstGeom prst="roundRect">
              <a:avLst>
                <a:gd name="adj" fmla="val 4845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>
              <a:outerShdw blurRad="63500" dist="38100" dir="5400000" sx="102000" sy="102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defPPr>
                <a:defRPr lang="pt-BR"/>
              </a:defPPr>
              <a:lvl1pPr marL="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BR" dirty="0"/>
            </a:p>
          </p:txBody>
        </p:sp>
        <p:sp>
          <p:nvSpPr>
            <p:cNvPr id="32" name="Retângulo: Cantos Arredondados 31">
              <a:extLst>
                <a:ext uri="{FF2B5EF4-FFF2-40B4-BE49-F238E27FC236}">
                  <a16:creationId xmlns:a16="http://schemas.microsoft.com/office/drawing/2014/main" id="{C9AA0D82-E97A-887D-C1AA-B29FEBE36E99}"/>
                </a:ext>
              </a:extLst>
            </p:cNvPr>
            <p:cNvSpPr/>
            <p:nvPr/>
          </p:nvSpPr>
          <p:spPr>
            <a:xfrm>
              <a:off x="2320298" y="3966902"/>
              <a:ext cx="2305042" cy="2276931"/>
            </a:xfrm>
            <a:prstGeom prst="roundRect">
              <a:avLst>
                <a:gd name="adj" fmla="val 3787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>
              <a:outerShdw blurRad="63500" dist="38100" dir="5400000" sx="102000" sy="102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defPPr>
                <a:defRPr lang="pt-BR"/>
              </a:defPPr>
              <a:lvl1pPr marL="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BR"/>
            </a:p>
          </p:txBody>
        </p:sp>
        <p:sp>
          <p:nvSpPr>
            <p:cNvPr id="33" name="Retângulo: Cantos Arredondados 32">
              <a:extLst>
                <a:ext uri="{FF2B5EF4-FFF2-40B4-BE49-F238E27FC236}">
                  <a16:creationId xmlns:a16="http://schemas.microsoft.com/office/drawing/2014/main" id="{431EE459-9954-E6CE-BB37-459177AD3FE0}"/>
                </a:ext>
              </a:extLst>
            </p:cNvPr>
            <p:cNvSpPr/>
            <p:nvPr/>
          </p:nvSpPr>
          <p:spPr>
            <a:xfrm>
              <a:off x="411477" y="5437292"/>
              <a:ext cx="1772755" cy="380374"/>
            </a:xfrm>
            <a:prstGeom prst="roundRect">
              <a:avLst>
                <a:gd name="adj" fmla="val 18668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defPPr>
                <a:defRPr lang="pt-BR"/>
              </a:defPPr>
              <a:lvl1pPr marL="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BR"/>
            </a:p>
          </p:txBody>
        </p:sp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5B5ABE01-F9EF-A9BF-666C-FBB02D6CDC0D}"/>
                </a:ext>
              </a:extLst>
            </p:cNvPr>
            <p:cNvSpPr/>
            <p:nvPr/>
          </p:nvSpPr>
          <p:spPr>
            <a:xfrm>
              <a:off x="411476" y="5932254"/>
              <a:ext cx="1772753" cy="315234"/>
            </a:xfrm>
            <a:prstGeom prst="roundRect">
              <a:avLst>
                <a:gd name="adj" fmla="val 19548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defPPr>
                <a:defRPr lang="pt-BR"/>
              </a:defPPr>
              <a:lvl1pPr marL="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BR" dirty="0"/>
            </a:p>
          </p:txBody>
        </p:sp>
        <p:pic>
          <p:nvPicPr>
            <p:cNvPr id="35" name="Imagem 34">
              <a:extLst>
                <a:ext uri="{FF2B5EF4-FFF2-40B4-BE49-F238E27FC236}">
                  <a16:creationId xmlns:a16="http://schemas.microsoft.com/office/drawing/2014/main" id="{8B710D98-0C0A-B8BC-D6AE-D39BF65317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260" y="1306826"/>
              <a:ext cx="1258590" cy="384604"/>
            </a:xfrm>
            <a:prstGeom prst="rect">
              <a:avLst/>
            </a:prstGeom>
          </p:spPr>
        </p:pic>
        <p:sp>
          <p:nvSpPr>
            <p:cNvPr id="36" name="Retângulo: Cantos Arredondados 35">
              <a:extLst>
                <a:ext uri="{FF2B5EF4-FFF2-40B4-BE49-F238E27FC236}">
                  <a16:creationId xmlns:a16="http://schemas.microsoft.com/office/drawing/2014/main" id="{FBDFBE18-2B0A-C1EF-6FDF-DC12DE3B5F9F}"/>
                </a:ext>
              </a:extLst>
            </p:cNvPr>
            <p:cNvSpPr/>
            <p:nvPr/>
          </p:nvSpPr>
          <p:spPr>
            <a:xfrm>
              <a:off x="411479" y="1903753"/>
              <a:ext cx="1772755" cy="2919239"/>
            </a:xfrm>
            <a:prstGeom prst="roundRect">
              <a:avLst>
                <a:gd name="adj" fmla="val 7037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defPPr>
                <a:defRPr lang="pt-BR"/>
              </a:defPPr>
              <a:lvl1pPr marL="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BR"/>
            </a:p>
          </p:txBody>
        </p:sp>
        <p:sp>
          <p:nvSpPr>
            <p:cNvPr id="37" name="Retângulo: Cantos Arredondados 36">
              <a:extLst>
                <a:ext uri="{FF2B5EF4-FFF2-40B4-BE49-F238E27FC236}">
                  <a16:creationId xmlns:a16="http://schemas.microsoft.com/office/drawing/2014/main" id="{9EDA82C0-D41F-DC55-4FEC-38FCE071645E}"/>
                </a:ext>
              </a:extLst>
            </p:cNvPr>
            <p:cNvSpPr/>
            <p:nvPr/>
          </p:nvSpPr>
          <p:spPr>
            <a:xfrm>
              <a:off x="411478" y="4943759"/>
              <a:ext cx="1772751" cy="380374"/>
            </a:xfrm>
            <a:prstGeom prst="roundRect">
              <a:avLst>
                <a:gd name="adj" fmla="val 18668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defPPr>
                <a:defRPr lang="pt-BR"/>
              </a:defPPr>
              <a:lvl1pPr marL="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BR"/>
            </a:p>
          </p:txBody>
        </p:sp>
        <p:sp>
          <p:nvSpPr>
            <p:cNvPr id="38" name="Retângulo: Cantos Arredondados 37">
              <a:extLst>
                <a:ext uri="{FF2B5EF4-FFF2-40B4-BE49-F238E27FC236}">
                  <a16:creationId xmlns:a16="http://schemas.microsoft.com/office/drawing/2014/main" id="{5E99C176-FA64-BA16-1AA9-5B77C91E1706}"/>
                </a:ext>
              </a:extLst>
            </p:cNvPr>
            <p:cNvSpPr/>
            <p:nvPr/>
          </p:nvSpPr>
          <p:spPr>
            <a:xfrm>
              <a:off x="7254541" y="3966902"/>
              <a:ext cx="4525979" cy="1078541"/>
            </a:xfrm>
            <a:prstGeom prst="roundRect">
              <a:avLst>
                <a:gd name="adj" fmla="val 9987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>
              <a:outerShdw blurRad="63500" dist="38100" dir="5400000" sx="102000" sy="102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defPPr>
                <a:defRPr lang="pt-BR"/>
              </a:defPPr>
              <a:lvl1pPr marL="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BR"/>
            </a:p>
          </p:txBody>
        </p:sp>
        <p:sp>
          <p:nvSpPr>
            <p:cNvPr id="39" name="Retângulo: Cantos Arredondados 38">
              <a:extLst>
                <a:ext uri="{FF2B5EF4-FFF2-40B4-BE49-F238E27FC236}">
                  <a16:creationId xmlns:a16="http://schemas.microsoft.com/office/drawing/2014/main" id="{7C206B7C-0381-C790-F463-1AD18E146183}"/>
                </a:ext>
              </a:extLst>
            </p:cNvPr>
            <p:cNvSpPr/>
            <p:nvPr/>
          </p:nvSpPr>
          <p:spPr>
            <a:xfrm>
              <a:off x="411480" y="574524"/>
              <a:ext cx="11369040" cy="526147"/>
            </a:xfrm>
            <a:prstGeom prst="roundRect">
              <a:avLst>
                <a:gd name="adj" fmla="val 14036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>
              <a:outerShdw blurRad="63500" dist="38100" dir="5400000" sx="102000" sy="102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defPPr>
                <a:defRPr lang="pt-BR"/>
              </a:defPPr>
              <a:lvl1pPr marL="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3200" dirty="0">
                  <a:solidFill>
                    <a:schemeClr val="bg1">
                      <a:lumMod val="85000"/>
                    </a:schemeClr>
                  </a:solidFill>
                  <a:latin typeface="Abadi" panose="020B0604020104020204" pitchFamily="34" charset="0"/>
                </a:rPr>
                <a:t>DASHBOARD</a:t>
              </a:r>
              <a:r>
                <a:rPr lang="pt-BR" sz="3200" baseline="0" dirty="0">
                  <a:solidFill>
                    <a:schemeClr val="bg1">
                      <a:lumMod val="85000"/>
                    </a:schemeClr>
                  </a:solidFill>
                  <a:latin typeface="Abadi" panose="020B0604020104020204" pitchFamily="34" charset="0"/>
                </a:rPr>
                <a:t> DE VENDAS</a:t>
              </a:r>
              <a:endParaRPr lang="pt-BR" sz="3200" dirty="0">
                <a:solidFill>
                  <a:schemeClr val="bg1">
                    <a:lumMod val="85000"/>
                  </a:schemeClr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40" name="Retângulo: Cantos Arredondados 39">
              <a:extLst>
                <a:ext uri="{FF2B5EF4-FFF2-40B4-BE49-F238E27FC236}">
                  <a16:creationId xmlns:a16="http://schemas.microsoft.com/office/drawing/2014/main" id="{9A263CFC-D1EE-5A63-023E-EDF05AD0D16A}"/>
                </a:ext>
              </a:extLst>
            </p:cNvPr>
            <p:cNvSpPr/>
            <p:nvPr/>
          </p:nvSpPr>
          <p:spPr>
            <a:xfrm>
              <a:off x="4761404" y="3966902"/>
              <a:ext cx="2338832" cy="2276931"/>
            </a:xfrm>
            <a:prstGeom prst="roundRect">
              <a:avLst>
                <a:gd name="adj" fmla="val 4789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>
              <a:outerShdw blurRad="63500" dist="38100" dir="5400000" sx="102000" sy="102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defPPr>
                <a:defRPr lang="pt-BR"/>
              </a:defPPr>
              <a:lvl1pPr marL="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BR"/>
            </a:p>
          </p:txBody>
        </p:sp>
        <p:sp>
          <p:nvSpPr>
            <p:cNvPr id="41" name="Retângulo: Cantos Arredondados 40">
              <a:extLst>
                <a:ext uri="{FF2B5EF4-FFF2-40B4-BE49-F238E27FC236}">
                  <a16:creationId xmlns:a16="http://schemas.microsoft.com/office/drawing/2014/main" id="{27E626C4-D277-A4D6-6FD7-F5B39478F9E0}"/>
                </a:ext>
              </a:extLst>
            </p:cNvPr>
            <p:cNvSpPr/>
            <p:nvPr/>
          </p:nvSpPr>
          <p:spPr>
            <a:xfrm>
              <a:off x="7254541" y="5183851"/>
              <a:ext cx="4525979" cy="1059982"/>
            </a:xfrm>
            <a:prstGeom prst="roundRect">
              <a:avLst>
                <a:gd name="adj" fmla="val 8257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>
              <a:outerShdw blurRad="63500" dist="38100" dir="5400000" sx="102000" sy="102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defPPr>
                <a:defRPr lang="pt-BR"/>
              </a:defPPr>
              <a:lvl1pPr marL="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0119940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608</TotalTime>
  <Words>4</Words>
  <Application>Microsoft Office PowerPoint</Application>
  <PresentationFormat>Widescreen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Abadi</vt:lpstr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Alexis Pereira dos Santos</dc:creator>
  <cp:lastModifiedBy>Alexis Pereira dos Santos</cp:lastModifiedBy>
  <cp:revision>4</cp:revision>
  <dcterms:created xsi:type="dcterms:W3CDTF">2025-11-17T22:11:34Z</dcterms:created>
  <dcterms:modified xsi:type="dcterms:W3CDTF">2025-12-24T16:05:34Z</dcterms:modified>
</cp:coreProperties>
</file>